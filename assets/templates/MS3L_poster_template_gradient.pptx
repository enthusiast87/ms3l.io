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585216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s3l-lockup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566928"/>
            <a:ext cx="9692640" cy="1674183"/>
          </a:xfrm>
          <a:prstGeom prst="rect">
            <a:avLst/>
          </a:prstGeom>
        </p:spPr>
      </p:pic>
      <p:pic>
        <p:nvPicPr>
          <p:cNvPr id="5" name="Picture 4" descr="ms3l-avatar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19" y="566928"/>
            <a:ext cx="1920240" cy="1920240"/>
          </a:xfrm>
          <a:prstGeom prst="rect">
            <a:avLst/>
          </a:prstGeom>
        </p:spPr>
      </p:pic>
      <p:pic>
        <p:nvPicPr>
          <p:cNvPr id="6" name="Picture 5" descr="krict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0" y="960120"/>
            <a:ext cx="3657600" cy="1155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2331720"/>
            <a:ext cx="301752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000" b="1">
                <a:solidFill>
                  <a:srgbClr val="FFFFFF"/>
                </a:solidFill>
                <a:latin typeface="Noto Sans KR"/>
              </a:rPr>
              <a:t>Poster title goes here, one or two lines at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133087"/>
            <a:ext cx="3017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2F4F7"/>
                </a:solidFill>
                <a:latin typeface="Noto Sans KR"/>
              </a:rPr>
              <a:t>Jihoon Kim¹²*, Coauthor One¹, Coauthor Two²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846320"/>
            <a:ext cx="3017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>
                <a:solidFill>
                  <a:srgbClr val="BFE9EE"/>
                </a:solidFill>
                <a:latin typeface="Noto Sans KR"/>
              </a:rPr>
              <a:t>¹ Chemical Process Technology Division, Korea Research Institute of Chemical Technology (KRICT), Daejeon, Republic of Korea
² Advanced Materials and Chemical Engineering, University of Science and Technology (UST)    •    * jh.kim@krict.re.kr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7132320"/>
            <a:ext cx="9326880" cy="105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713232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772668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1. Introduction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873252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9235440"/>
            <a:ext cx="7863840" cy="777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B6F84"/>
                </a:solidFill>
                <a:latin typeface="Noto Sans KR"/>
              </a:rPr>
              <a:t>Replace with your text. Body copy at this size stays readable from about 1.5 m, which is where people stand at a poster board.
Keep each section to a few short paragraphs and let the figures carry the argument.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18379440"/>
            <a:ext cx="9326880" cy="105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1837944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1897380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2. Materials and methods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1997964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20482560"/>
            <a:ext cx="7863840" cy="777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B6F84"/>
                </a:solidFill>
                <a:latin typeface="Noto Sans KR"/>
              </a:rPr>
              <a:t>Replace with your text. Body copy at this size stays readable from about 1.5 m, which is where people stand at a poster board.
Keep each section to a few short paragraphs and let the figures carry the argument.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9626560"/>
            <a:ext cx="9326880" cy="1024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2962656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30220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3. Experimental 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3122676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1729680"/>
            <a:ext cx="7863840" cy="7498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B6F84"/>
                </a:solidFill>
                <a:latin typeface="Noto Sans KR"/>
              </a:rPr>
              <a:t>Replace with your text. Body copy at this size stays readable from about 1.5 m, which is where people stand at a poster board.
Keep each section to a few short paragraphs and let the figures carry the argument.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795760" y="7132320"/>
            <a:ext cx="9326880" cy="1554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795760" y="713232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527280" y="7955280"/>
            <a:ext cx="7863840" cy="1289304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27280" y="144475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9AAEC2"/>
                </a:solidFill>
                <a:latin typeface="Noto Sans KR"/>
              </a:rPr>
              <a:t>Place figure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0" y="2121408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B6F84"/>
                </a:solidFill>
                <a:latin typeface="Noto Sans KR"/>
              </a:rPr>
              <a:t>Figure 1. Caption describing what the reader should take from this panel.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795760" y="23408640"/>
            <a:ext cx="9326880" cy="164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795760" y="2340864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527280" y="24231600"/>
            <a:ext cx="7863840" cy="1380744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527280" y="3118104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9AAEC2"/>
                </a:solidFill>
                <a:latin typeface="Noto Sans KR"/>
              </a:rPr>
              <a:t>Place figure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27280" y="3840480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B6F84"/>
                </a:solidFill>
                <a:latin typeface="Noto Sans KR"/>
              </a:rPr>
              <a:t>Figure 2. Caption.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128480" y="7132320"/>
            <a:ext cx="9326880" cy="1554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128480" y="713232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0" y="772668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4.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0" y="873252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0" y="9235440"/>
            <a:ext cx="7863840" cy="128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B6F84"/>
                </a:solidFill>
                <a:latin typeface="Noto Sans KR"/>
              </a:rPr>
              <a:t>Replace with your text. Body copy at this size stays readable from about 1.5 m, which is where people stand at a poster board.
Keep each section to a few short paragraphs and let the figures carry the argument.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0" y="23408640"/>
            <a:ext cx="9326880" cy="164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128480" y="2340864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0" y="2400300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5. Conclusions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0" y="2500884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2860000" y="25767792"/>
            <a:ext cx="274320" cy="27432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454360" y="25603200"/>
            <a:ext cx="722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>
                <a:solidFill>
                  <a:srgbClr val="0B2F5B"/>
                </a:solidFill>
                <a:latin typeface="Noto Sans KR"/>
              </a:rPr>
              <a:t>First conclusion in one line.</a:t>
            </a:r>
          </a:p>
        </p:txBody>
      </p:sp>
      <p:sp>
        <p:nvSpPr>
          <p:cNvPr id="46" name="Oval 45"/>
          <p:cNvSpPr/>
          <p:nvPr/>
        </p:nvSpPr>
        <p:spPr>
          <a:xfrm>
            <a:off x="22860000" y="27230832"/>
            <a:ext cx="274320" cy="27432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454360" y="27066240"/>
            <a:ext cx="722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>
                <a:solidFill>
                  <a:srgbClr val="0B2F5B"/>
                </a:solidFill>
                <a:latin typeface="Noto Sans KR"/>
              </a:rPr>
              <a:t>Second conclusion.</a:t>
            </a:r>
          </a:p>
        </p:txBody>
      </p:sp>
      <p:sp>
        <p:nvSpPr>
          <p:cNvPr id="48" name="Oval 47"/>
          <p:cNvSpPr/>
          <p:nvPr/>
        </p:nvSpPr>
        <p:spPr>
          <a:xfrm>
            <a:off x="22860000" y="28693872"/>
            <a:ext cx="274320" cy="27432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454360" y="28529280"/>
            <a:ext cx="722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>
                <a:solidFill>
                  <a:srgbClr val="0B2F5B"/>
                </a:solidFill>
                <a:latin typeface="Noto Sans KR"/>
              </a:rPr>
              <a:t>Third conclusion.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0" y="30906720"/>
            <a:ext cx="7863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0">
                <a:solidFill>
                  <a:srgbClr val="5B6F84"/>
                </a:solidFill>
                <a:latin typeface="Noto Sans KR"/>
              </a:rPr>
              <a:t>Acknowledgements. Funding source and grant number.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40965120"/>
            <a:ext cx="32918400" cy="292608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63040" y="41788080"/>
            <a:ext cx="20116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Noto Sans KR"/>
              </a:rPr>
              <a:t>Membrane-based Sustainable Separation Solutions Laboratory  •  KRICT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42748200"/>
            <a:ext cx="2011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CBECF1"/>
                </a:solidFill>
                <a:latin typeface="Noto Sans KR"/>
              </a:rPr>
              <a:t>jh.kim@krict.re.kr    •    +82-42-860-7506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59600" y="42153840"/>
            <a:ext cx="11795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0">
                <a:solidFill>
                  <a:srgbClr val="E2F4F7"/>
                </a:solidFill>
                <a:latin typeface="Noto Sans KR"/>
              </a:rPr>
              <a:t>https://ms3l.org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