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s3l-lockup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7223760" cy="1247740"/>
          </a:xfrm>
          <a:prstGeom prst="rect">
            <a:avLst/>
          </a:prstGeom>
        </p:spPr>
      </p:pic>
      <p:pic>
        <p:nvPicPr>
          <p:cNvPr id="4" name="Picture 3" descr="krict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2775" y="658368"/>
            <a:ext cx="2011680" cy="6353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37033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Arial"/>
              </a:rPr>
              <a:t>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498848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CF1F6"/>
                </a:solidFill>
                <a:latin typeface="Arial"/>
              </a:rPr>
              <a:t>Sub-title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30368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7784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6E5E3"/>
                </a:solidFill>
                <a:latin typeface="Arial"/>
              </a:rPr>
              <a:t>Membrane-based Sustainable Separation Solutions Laboratory, KRICT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07024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6E5E3"/>
                </a:solidFill>
                <a:latin typeface="Arial"/>
              </a:rPr>
              <a:t>2026.00.00.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889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ADA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82112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F5B"/>
                </a:solidFill>
                <a:latin typeface="Arial"/>
              </a:rPr>
              <a:t>Section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224528"/>
            <a:ext cx="1828800" cy="64008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s3l-avatar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525780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2F5B"/>
                </a:solidFill>
                <a:latin typeface="Arial"/>
              </a:rPr>
              <a:t>Content #1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60704"/>
            <a:ext cx="1371600" cy="45720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s3l-avatar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475488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057839" y="512064"/>
            <a:ext cx="9144" cy="310896"/>
          </a:xfrm>
          <a:prstGeom prst="rect">
            <a:avLst/>
          </a:prstGeom>
          <a:solidFill>
            <a:srgbClr val="D6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ric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548640"/>
            <a:ext cx="752751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57255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F84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75C2"/>
                </a:solidFill>
                <a:latin typeface="Arial"/>
              </a:rPr>
              <a:t>Lead line for the slide.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075688"/>
            <a:ext cx="137160" cy="137160"/>
          </a:xfrm>
          <a:prstGeom prst="ellipse">
            <a:avLst/>
          </a:prstGeom>
          <a:solidFill>
            <a:srgbClr val="00A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2011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F5B"/>
                </a:solidFill>
                <a:latin typeface="Arial"/>
              </a:rPr>
              <a:t>Point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32257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F84"/>
                </a:solidFill>
                <a:latin typeface="Arial"/>
              </a:rPr>
              <a:t>Supporting detail for the first point.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971800"/>
            <a:ext cx="137160" cy="137160"/>
          </a:xfrm>
          <a:prstGeom prst="ellipse">
            <a:avLst/>
          </a:prstGeom>
          <a:solidFill>
            <a:srgbClr val="00A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2907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F5B"/>
                </a:solidFill>
                <a:latin typeface="Arial"/>
              </a:rPr>
              <a:t>Point two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32186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F84"/>
                </a:solidFill>
                <a:latin typeface="Arial"/>
              </a:rPr>
              <a:t>Supporting detail for the second point.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867912"/>
            <a:ext cx="137160" cy="137160"/>
          </a:xfrm>
          <a:prstGeom prst="ellipse">
            <a:avLst/>
          </a:prstGeom>
          <a:solidFill>
            <a:srgbClr val="00A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380390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F5B"/>
                </a:solidFill>
                <a:latin typeface="Arial"/>
              </a:rPr>
              <a:t>Point three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F84"/>
                </a:solidFill>
                <a:latin typeface="Arial"/>
              </a:rPr>
              <a:t>Supporting detail for the third 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2F5B"/>
                </a:solidFill>
                <a:latin typeface="Arial"/>
              </a:rPr>
              <a:t>Content #2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60704"/>
            <a:ext cx="1371600" cy="45720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s3l-avatar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475488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057839" y="512064"/>
            <a:ext cx="9144" cy="310896"/>
          </a:xfrm>
          <a:prstGeom prst="rect">
            <a:avLst/>
          </a:prstGeom>
          <a:solidFill>
            <a:srgbClr val="D6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ric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548640"/>
            <a:ext cx="752751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57255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F84"/>
                </a:solidFill>
                <a:latin typeface="Arial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81328"/>
            <a:ext cx="5138928" cy="4434840"/>
          </a:xfrm>
          <a:prstGeom prst="rect">
            <a:avLst/>
          </a:prstGeom>
          <a:solidFill>
            <a:srgbClr val="F4F8FD"/>
          </a:solidFill>
          <a:ln w="9525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54864" cy="4434840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177393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F5B"/>
                </a:solidFill>
                <a:latin typeface="Arial"/>
              </a:rPr>
              <a:t>Left column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2212848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B6F84"/>
                </a:solidFill>
                <a:latin typeface="Arial"/>
              </a:rPr>
              <a:t>Body text. Replace with a figure, a table or bullets.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1481328"/>
            <a:ext cx="5138928" cy="4434840"/>
          </a:xfrm>
          <a:prstGeom prst="rect">
            <a:avLst/>
          </a:prstGeom>
          <a:solidFill>
            <a:srgbClr val="F4F8FD"/>
          </a:solidFill>
          <a:ln w="9525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481328"/>
            <a:ext cx="54864" cy="4434840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77393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F5B"/>
                </a:solidFill>
                <a:latin typeface="Arial"/>
              </a:rPr>
              <a:t>Right column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212848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B6F84"/>
                </a:solidFill>
                <a:latin typeface="Arial"/>
              </a:rPr>
              <a:t>Body text. Replace with a figure, a table or bullets.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B2F5B"/>
                </a:solidFill>
                <a:latin typeface="Arial"/>
              </a:rPr>
              <a:t>Content #3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60704"/>
            <a:ext cx="1371600" cy="45720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s3l-avatar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475488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057839" y="512064"/>
            <a:ext cx="9144" cy="310896"/>
          </a:xfrm>
          <a:prstGeom prst="rect">
            <a:avLst/>
          </a:prstGeom>
          <a:solidFill>
            <a:srgbClr val="D6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ric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548640"/>
            <a:ext cx="752751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57255" y="63825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F84"/>
                </a:solidFill>
                <a:latin typeface="Arial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417320"/>
            <a:ext cx="10637215" cy="4389120"/>
          </a:xfrm>
          <a:prstGeom prst="rect">
            <a:avLst/>
          </a:prstGeom>
          <a:solidFill>
            <a:srgbClr val="F4F8FD"/>
          </a:solidFill>
          <a:ln w="9525"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9AAEC2"/>
                </a:solidFill>
                <a:latin typeface="Arial"/>
              </a:rPr>
              <a:t>Place figure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2531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F84"/>
                </a:solidFill>
                <a:latin typeface="Arial"/>
              </a:rPr>
              <a:t>Figure 1. Caption.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5C2"/>
              </a:gs>
              <a:gs pos="100000">
                <a:srgbClr val="00ADA9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s3l-avatar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173736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52044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8912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DCF1F6"/>
                </a:solidFill>
                <a:latin typeface="Arial"/>
              </a:rPr>
              <a:t>jh.kim@krict.re.kr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B6E5E3"/>
                </a:solidFill>
                <a:latin typeface="Arial"/>
              </a:rPr>
              <a:t>https://ms3l.org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