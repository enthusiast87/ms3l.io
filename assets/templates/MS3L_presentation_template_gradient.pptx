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223760" cy="12477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85048" y="1856231"/>
            <a:ext cx="14630" cy="1097280"/>
          </a:xfrm>
          <a:prstGeom prst="rect">
            <a:avLst/>
          </a:prstGeom>
          <a:solidFill>
            <a:srgbClr val="B6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rict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2066544"/>
            <a:ext cx="2142446" cy="676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70332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Arial"/>
              </a:rPr>
              <a:t>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98848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CF1F6"/>
                </a:solidFill>
                <a:latin typeface="Arial"/>
              </a:rPr>
              <a:t>Sub-title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6E5E3"/>
                </a:solidFill>
                <a:latin typeface="Arial"/>
              </a:rPr>
              <a:t>Membrane-based Sustainable Separation Solutions Laboratory  ·  Korea Research Institute of Chemical 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0702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6E5E3"/>
                </a:solidFill>
                <a:latin typeface="Arial"/>
              </a:rPr>
              <a:t>2026.00.00.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88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ADA9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82112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Section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224528"/>
            <a:ext cx="1828800" cy="64008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ric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088" y="5532120"/>
            <a:ext cx="984367" cy="31089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265496" y="5280660"/>
            <a:ext cx="12801" cy="813816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2224" y="5253228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B2F5B"/>
                </a:solidFill>
                <a:latin typeface="Arial"/>
              </a:rPr>
              <a:t>Content #1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60704"/>
            <a:ext cx="1371600" cy="4572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ric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704" y="548640"/>
            <a:ext cx="752751" cy="237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497112" y="502920"/>
            <a:ext cx="12801" cy="329184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472" y="47548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743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8988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75C2"/>
                </a:solidFill>
                <a:latin typeface="Arial"/>
              </a:rPr>
              <a:t>Lead line for the slide.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075688"/>
            <a:ext cx="137160" cy="13716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2011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Point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23225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Supporting detail for the first point.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2971800"/>
            <a:ext cx="137160" cy="13716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29077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Point 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32186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Supporting detail for the second point.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867912"/>
            <a:ext cx="137160" cy="13716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" y="380390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Point three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Supporting detail for the third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B2F5B"/>
                </a:solidFill>
                <a:latin typeface="Arial"/>
              </a:rPr>
              <a:t>Content #2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60704"/>
            <a:ext cx="1371600" cy="4572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ric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704" y="548640"/>
            <a:ext cx="752751" cy="237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497112" y="502920"/>
            <a:ext cx="12801" cy="329184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472" y="47548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743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481328"/>
            <a:ext cx="5138928" cy="443484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481328"/>
            <a:ext cx="54864" cy="443484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177393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Left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2212848"/>
            <a:ext cx="4572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Body text. Replace with a figure, a table or bullets.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5138928" cy="443484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481328"/>
            <a:ext cx="54864" cy="443484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77393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B2F5B"/>
                </a:solidFill>
                <a:latin typeface="Arial"/>
              </a:rPr>
              <a:t>Right column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212848"/>
            <a:ext cx="4572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B6F84"/>
                </a:solidFill>
                <a:latin typeface="Arial"/>
              </a:rPr>
              <a:t>Body text. Replace with a figure, a table or bullets.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B2F5B"/>
                </a:solidFill>
                <a:latin typeface="Arial"/>
              </a:rPr>
              <a:t>Content #3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60704"/>
            <a:ext cx="1371600" cy="4572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ric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704" y="548640"/>
            <a:ext cx="752751" cy="237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497112" y="502920"/>
            <a:ext cx="12801" cy="329184"/>
          </a:xfrm>
          <a:prstGeom prst="rect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472" y="47548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74375" y="63825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417320"/>
            <a:ext cx="10637215" cy="4389120"/>
          </a:xfrm>
          <a:prstGeom prst="rect">
            <a:avLst/>
          </a:prstGeom>
          <a:solidFill>
            <a:srgbClr val="F4F8FD"/>
          </a:solidFill>
          <a:ln w="9525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AAEC2"/>
                </a:solidFill>
                <a:latin typeface="Arial"/>
              </a:rPr>
              <a:t>Place figure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253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F84"/>
                </a:solidFill>
                <a:latin typeface="Arial"/>
              </a:rPr>
              <a:t>Figure 1. Caption.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17373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35204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8912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DCF1F6"/>
                </a:solidFill>
                <a:latin typeface="Arial"/>
              </a:rPr>
              <a:t>jh.kim@krict.re.kr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B6E5E3"/>
                </a:solidFill>
                <a:latin typeface="Arial"/>
              </a:rPr>
              <a:t>https://ms3l.org</a:t>
            </a:r>
          </a:p>
        </p:txBody>
      </p:sp>
      <p:sp>
        <p:nvSpPr>
          <p:cNvPr id="7" name="Rectangle 6"/>
          <p:cNvSpPr/>
          <p:nvPr/>
        </p:nvSpPr>
        <p:spPr>
          <a:xfrm>
            <a:off x="5592927" y="5321808"/>
            <a:ext cx="1005840" cy="12801"/>
          </a:xfrm>
          <a:prstGeom prst="rect">
            <a:avLst/>
          </a:prstGeom>
          <a:solidFill>
            <a:srgbClr val="B6E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rict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952" y="5559552"/>
            <a:ext cx="1331791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144768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B6E5E3"/>
                </a:solidFill>
                <a:latin typeface="Arial"/>
              </a:rPr>
              <a:t>Korea Research Institute of Chemical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