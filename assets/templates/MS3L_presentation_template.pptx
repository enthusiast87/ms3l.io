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s3l-lockup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"/>
            <a:ext cx="4206240" cy="726532"/>
          </a:xfrm>
          <a:prstGeom prst="rect">
            <a:avLst/>
          </a:prstGeom>
        </p:spPr>
      </p:pic>
      <p:pic>
        <p:nvPicPr>
          <p:cNvPr id="3" name="Picture 2" descr="kric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66928"/>
            <a:ext cx="1158079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481328"/>
            <a:ext cx="11057839" cy="41148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95728"/>
            <a:ext cx="110578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>
                <a:solidFill>
                  <a:srgbClr val="0B2F5B"/>
                </a:solidFill>
                <a:latin typeface="Arial"/>
              </a:rPr>
              <a:t>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5844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0075C2"/>
                </a:solidFill>
                <a:latin typeface="Arial"/>
              </a:rPr>
              <a:t>Sub-title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13248" y="4443984"/>
            <a:ext cx="1371600" cy="41148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95604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2F5B"/>
                </a:solidFill>
                <a:latin typeface="Arial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35838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B6F84"/>
                </a:solidFill>
                <a:latin typeface="Arial"/>
              </a:rPr>
              <a:t>Membrane-based Sustainable Separation Solutions Laboratory, KRICT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70585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B6F84"/>
                </a:solidFill>
                <a:latin typeface="Arial"/>
              </a:rPr>
              <a:t>2026.00.00.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927" y="219456"/>
            <a:ext cx="384048" cy="384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103559" y="256032"/>
            <a:ext cx="9144" cy="310896"/>
          </a:xfrm>
          <a:prstGeom prst="rect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ric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5855" y="292608"/>
            <a:ext cx="752751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075C2"/>
                </a:solidFill>
                <a:latin typeface="Arial"/>
              </a:rPr>
              <a:t>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749808"/>
            <a:ext cx="11057839" cy="320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280160"/>
            <a:ext cx="292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DA9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280160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B2F5B"/>
                </a:solidFill>
                <a:latin typeface="Arial"/>
              </a:rPr>
              <a:t>Content 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99339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DA9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993392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B2F5B"/>
                </a:solidFill>
                <a:latin typeface="Arial"/>
              </a:rPr>
              <a:t>Content 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06624"/>
            <a:ext cx="292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DA9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06624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B2F5B"/>
                </a:solidFill>
                <a:latin typeface="Arial"/>
              </a:rPr>
              <a:t>Content #3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927" y="219456"/>
            <a:ext cx="384048" cy="384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103559" y="256032"/>
            <a:ext cx="9144" cy="310896"/>
          </a:xfrm>
          <a:prstGeom prst="rect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ric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5855" y="292608"/>
            <a:ext cx="752751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075C2"/>
                </a:solidFill>
                <a:latin typeface="Arial"/>
              </a:rPr>
              <a:t>Content #1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749808"/>
            <a:ext cx="11057839" cy="320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326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75C2"/>
                </a:solidFill>
                <a:latin typeface="Arial"/>
              </a:rPr>
              <a:t>Subjective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44475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DA9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444752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F5B"/>
                </a:solidFill>
                <a:latin typeface="Arial"/>
              </a:rPr>
              <a:t>Point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71907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F84"/>
                </a:solidFill>
                <a:latin typeface="Arial"/>
              </a:rPr>
              <a:t>Supporting detail for the first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048256"/>
            <a:ext cx="292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DA9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04825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F5B"/>
                </a:solidFill>
                <a:latin typeface="Arial"/>
              </a:rPr>
              <a:t>Point two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22576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F84"/>
                </a:solidFill>
                <a:latin typeface="Arial"/>
              </a:rPr>
              <a:t>Supporting detail for the second 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651760"/>
            <a:ext cx="292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DA9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F5B"/>
                </a:solidFill>
                <a:latin typeface="Arial"/>
              </a:rPr>
              <a:t>Point three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92608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F84"/>
                </a:solidFill>
                <a:latin typeface="Arial"/>
              </a:rPr>
              <a:t>Supporting detail for the third 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927" y="219456"/>
            <a:ext cx="384048" cy="384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103559" y="256032"/>
            <a:ext cx="9144" cy="310896"/>
          </a:xfrm>
          <a:prstGeom prst="rect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ric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5855" y="292608"/>
            <a:ext cx="752751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075C2"/>
                </a:solidFill>
                <a:latin typeface="Arial"/>
              </a:rPr>
              <a:t>Content #2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749808"/>
            <a:ext cx="11057839" cy="320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326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75C2"/>
                </a:solidFill>
                <a:latin typeface="Arial"/>
              </a:rPr>
              <a:t>Subjective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5349240" cy="4480560"/>
          </a:xfrm>
          <a:prstGeom prst="rect">
            <a:avLst/>
          </a:prstGeom>
          <a:solidFill>
            <a:srgbClr val="F4F8FD"/>
          </a:solidFill>
          <a:ln w="9525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45720" cy="448056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6642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F5B"/>
                </a:solidFill>
                <a:latin typeface="Arial"/>
              </a:rPr>
              <a:t>Left column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10312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F84"/>
                </a:solidFill>
                <a:latin typeface="Arial"/>
              </a:rPr>
              <a:t>Body text. Replace with a figure, a table or bullets.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1389888"/>
            <a:ext cx="5349240" cy="4480560"/>
          </a:xfrm>
          <a:prstGeom prst="rect">
            <a:avLst/>
          </a:prstGeom>
          <a:solidFill>
            <a:srgbClr val="F4F8FD"/>
          </a:solidFill>
          <a:ln w="9525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89888"/>
            <a:ext cx="45720" cy="448056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642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F5B"/>
                </a:solidFill>
                <a:latin typeface="Arial"/>
              </a:rPr>
              <a:t>Right column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0312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F84"/>
                </a:solidFill>
                <a:latin typeface="Arial"/>
              </a:rPr>
              <a:t>Body text. Replace with a figure, a table or bullets.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927" y="219456"/>
            <a:ext cx="384048" cy="384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103559" y="256032"/>
            <a:ext cx="9144" cy="310896"/>
          </a:xfrm>
          <a:prstGeom prst="rect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ric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5855" y="292608"/>
            <a:ext cx="752751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075C2"/>
                </a:solidFill>
                <a:latin typeface="Arial"/>
              </a:rPr>
              <a:t>Content #3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749808"/>
            <a:ext cx="11057839" cy="320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4572000"/>
          </a:xfrm>
          <a:prstGeom prst="rect">
            <a:avLst/>
          </a:prstGeom>
          <a:solidFill>
            <a:srgbClr val="F4F8FD"/>
          </a:solidFill>
          <a:ln w="9525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9AAEC2"/>
                </a:solidFill>
                <a:latin typeface="Arial"/>
              </a:rPr>
              <a:t>Place figure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88873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Figure 1. Caption.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927" y="219456"/>
            <a:ext cx="384048" cy="384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103559" y="256032"/>
            <a:ext cx="9144" cy="310896"/>
          </a:xfrm>
          <a:prstGeom prst="rect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ric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5855" y="292608"/>
            <a:ext cx="752751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075C2"/>
                </a:solidFill>
                <a:latin typeface="Arial"/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749808"/>
            <a:ext cx="11057839" cy="320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280160"/>
            <a:ext cx="292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DA9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280160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B2F5B"/>
                </a:solidFill>
                <a:latin typeface="Arial"/>
              </a:rPr>
              <a:t>Summary point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99339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DA9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993392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B2F5B"/>
                </a:solidFill>
                <a:latin typeface="Arial"/>
              </a:rPr>
              <a:t>Summary point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06624"/>
            <a:ext cx="292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DA9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06624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B2F5B"/>
                </a:solidFill>
                <a:latin typeface="Arial"/>
              </a:rPr>
              <a:t>Summary point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1389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075C2"/>
                </a:solidFill>
                <a:latin typeface="Arial"/>
              </a:rPr>
              <a:t>jh.kim@krict.re.kr    |    https://ms3l.org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