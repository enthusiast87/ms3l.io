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s3l-lockup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8046720" cy="1389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3977639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KR"/>
              </a:rPr>
              <a:t>Presentation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8EFF6"/>
                </a:solidFill>
                <a:latin typeface="Noto Sans KR"/>
              </a:rPr>
              <a:t>Jihoon Kim  |  Korea Research Institute of Chemical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29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2E2E0"/>
                </a:solidFill>
                <a:latin typeface="Noto Sans KR"/>
              </a:rPr>
              <a:t>Conference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89892"/>
                </a:solidFill>
                <a:latin typeface="Noto Sans K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154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B2F5B"/>
                </a:solidFill>
                <a:latin typeface="Noto Sans KR"/>
              </a:rPr>
              <a:t>Section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251960"/>
            <a:ext cx="2011680" cy="82296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34924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F5B"/>
                </a:solidFill>
                <a:latin typeface="Noto Sans KR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371600" cy="54864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005CA5"/>
                </a:solidFill>
                <a:latin typeface="Noto Sans KR"/>
              </a:rPr>
              <a:t>Lead line for the slide, one sentence.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146304" cy="146304"/>
          </a:xfrm>
          <a:prstGeom prst="ellipse">
            <a:avLst/>
          </a:prstGeom>
          <a:solidFill>
            <a:srgbClr val="0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Noto Sans KR"/>
              </a:rPr>
              <a:t>Point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1576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F84"/>
                </a:solidFill>
                <a:latin typeface="Noto Sans KR"/>
              </a:rPr>
              <a:t>Supporting detail for the first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47287"/>
            <a:ext cx="146304" cy="146304"/>
          </a:xfrm>
          <a:prstGeom prst="ellipse">
            <a:avLst/>
          </a:prstGeom>
          <a:solidFill>
            <a:srgbClr val="0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79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Noto Sans KR"/>
              </a:rPr>
              <a:t>Point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67327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F84"/>
                </a:solidFill>
                <a:latin typeface="Noto Sans KR"/>
              </a:rPr>
              <a:t>Supporting detail for the second point.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98848"/>
            <a:ext cx="146304" cy="146304"/>
          </a:xfrm>
          <a:prstGeom prst="ellipse">
            <a:avLst/>
          </a:prstGeom>
          <a:solidFill>
            <a:srgbClr val="0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34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Noto Sans KR"/>
              </a:rPr>
              <a:t>Point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1888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F84"/>
                </a:solidFill>
                <a:latin typeface="Noto Sans KR"/>
              </a:rPr>
              <a:t>Supporting detail for the third point.</a:t>
            </a:r>
          </a:p>
        </p:txBody>
      </p:sp>
      <p:pic>
        <p:nvPicPr>
          <p:cNvPr id="16" name="Picture 15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6053328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F5B"/>
                </a:solidFill>
                <a:latin typeface="Noto Sans KR"/>
              </a:rPr>
              <a:t>Two-column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371600" cy="54864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66360" cy="402336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64008" cy="4023360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103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2F5B"/>
                </a:solidFill>
                <a:latin typeface="Noto Sans KR"/>
              </a:rPr>
              <a:t>Left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69748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F84"/>
                </a:solidFill>
                <a:latin typeface="Noto Sans KR"/>
              </a:rPr>
              <a:t>Body text. Replace with figure, table or bullets.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166360" cy="402336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64008" cy="4023360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103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2F5B"/>
                </a:solidFill>
                <a:latin typeface="Noto Sans KR"/>
              </a:rPr>
              <a:t>Right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69748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F84"/>
                </a:solidFill>
                <a:latin typeface="Noto Sans KR"/>
              </a:rPr>
              <a:t>Body text. Replace with figure, table or bullets.</a:t>
            </a:r>
          </a:p>
        </p:txBody>
      </p:sp>
      <p:pic>
        <p:nvPicPr>
          <p:cNvPr id="14" name="Picture 13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6053328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F5B"/>
                </a:solidFill>
                <a:latin typeface="Noto Sans KR"/>
              </a:rPr>
              <a:t>Figure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371600" cy="54864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0515600" cy="3977639"/>
          </a:xfrm>
          <a:prstGeom prst="rect">
            <a:avLst/>
          </a:prstGeom>
          <a:solidFill>
            <a:srgbClr val="F4F8FC"/>
          </a:solidFill>
          <a:ln w="12700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AAEC2"/>
                </a:solidFill>
                <a:latin typeface="Noto Sans KR"/>
              </a:rPr>
              <a:t>Place figure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F84"/>
                </a:solidFill>
                <a:latin typeface="Noto Sans KR"/>
              </a:rPr>
              <a:t>Figure 1. Caption.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5CA5"/>
              </a:gs>
              <a:gs pos="100000">
                <a:srgbClr val="089892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60020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204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K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0740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D8EFF6"/>
                </a:solidFill>
                <a:latin typeface="Noto Sans KR"/>
              </a:rPr>
              <a:t>jh.kim@krict.re.kr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B2E2E0"/>
                </a:solidFill>
                <a:latin typeface="Noto Sans KR"/>
              </a:rPr>
              <a:t>https://enthusiast87.github.io/MS3L.io/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